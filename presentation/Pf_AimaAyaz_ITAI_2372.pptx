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646"/>
    <a:srgbClr val="414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54126-566F-404E-990B-28F5055C8508}" v="42" dt="2026-05-03T02:52:15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ma Ayaz" userId="840138075ea8c5b1" providerId="LiveId" clId="{21DD8A32-6C37-44A3-9A20-EBBADCABD990}"/>
    <pc:docChg chg="undo custSel delSld modSld">
      <pc:chgData name="Aima Ayaz" userId="840138075ea8c5b1" providerId="LiveId" clId="{21DD8A32-6C37-44A3-9A20-EBBADCABD990}" dt="2026-05-03T02:53:23.369" v="252" actId="20577"/>
      <pc:docMkLst>
        <pc:docMk/>
      </pc:docMkLst>
      <pc:sldChg chg="modSp mod">
        <pc:chgData name="Aima Ayaz" userId="840138075ea8c5b1" providerId="LiveId" clId="{21DD8A32-6C37-44A3-9A20-EBBADCABD990}" dt="2026-05-01T20:55:43.322" v="24" actId="14826"/>
        <pc:sldMkLst>
          <pc:docMk/>
          <pc:sldMk cId="0" sldId="256"/>
        </pc:sldMkLst>
        <pc:spChg chg="mod">
          <ac:chgData name="Aima Ayaz" userId="840138075ea8c5b1" providerId="LiveId" clId="{21DD8A32-6C37-44A3-9A20-EBBADCABD990}" dt="2026-05-01T20:54:04.851" v="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ima Ayaz" userId="840138075ea8c5b1" providerId="LiveId" clId="{21DD8A32-6C37-44A3-9A20-EBBADCABD990}" dt="2026-05-01T20:54:35.658" v="23" actId="403"/>
          <ac:spMkLst>
            <pc:docMk/>
            <pc:sldMk cId="0" sldId="256"/>
            <ac:spMk id="3" creationId="{00000000-0000-0000-0000-000000000000}"/>
          </ac:spMkLst>
        </pc:spChg>
        <pc:picChg chg="mod">
          <ac:chgData name="Aima Ayaz" userId="840138075ea8c5b1" providerId="LiveId" clId="{21DD8A32-6C37-44A3-9A20-EBBADCABD990}" dt="2026-05-01T20:55:43.322" v="24" actId="14826"/>
          <ac:picMkLst>
            <pc:docMk/>
            <pc:sldMk cId="0" sldId="256"/>
            <ac:picMk id="5" creationId="{8AE86552-3221-E598-E931-95C9AE418D0E}"/>
          </ac:picMkLst>
        </pc:picChg>
      </pc:sldChg>
      <pc:sldChg chg="delSp modSp mod">
        <pc:chgData name="Aima Ayaz" userId="840138075ea8c5b1" providerId="LiveId" clId="{21DD8A32-6C37-44A3-9A20-EBBADCABD990}" dt="2026-05-01T21:03:20.675" v="58" actId="1076"/>
        <pc:sldMkLst>
          <pc:docMk/>
          <pc:sldMk cId="0" sldId="257"/>
        </pc:sldMkLst>
        <pc:spChg chg="mod">
          <ac:chgData name="Aima Ayaz" userId="840138075ea8c5b1" providerId="LiveId" clId="{21DD8A32-6C37-44A3-9A20-EBBADCABD990}" dt="2026-05-01T21:03:20.017" v="5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ima Ayaz" userId="840138075ea8c5b1" providerId="LiveId" clId="{21DD8A32-6C37-44A3-9A20-EBBADCABD990}" dt="2026-05-01T21:03:20.675" v="58" actId="1076"/>
          <ac:spMkLst>
            <pc:docMk/>
            <pc:sldMk cId="0" sldId="257"/>
            <ac:spMk id="3" creationId="{00000000-0000-0000-0000-000000000000}"/>
          </ac:spMkLst>
        </pc:spChg>
        <pc:picChg chg="mod">
          <ac:chgData name="Aima Ayaz" userId="840138075ea8c5b1" providerId="LiveId" clId="{21DD8A32-6C37-44A3-9A20-EBBADCABD990}" dt="2026-05-01T21:02:20.025" v="53" actId="14826"/>
          <ac:picMkLst>
            <pc:docMk/>
            <pc:sldMk cId="0" sldId="257"/>
            <ac:picMk id="5" creationId="{85174851-7B44-A2BD-D630-C6B1340B61EF}"/>
          </ac:picMkLst>
        </pc:picChg>
      </pc:sldChg>
      <pc:sldChg chg="addSp delSp modSp mod setBg">
        <pc:chgData name="Aima Ayaz" userId="840138075ea8c5b1" providerId="LiveId" clId="{21DD8A32-6C37-44A3-9A20-EBBADCABD990}" dt="2026-05-01T21:11:12.953" v="102" actId="27636"/>
        <pc:sldMkLst>
          <pc:docMk/>
          <pc:sldMk cId="0" sldId="258"/>
        </pc:sldMkLst>
        <pc:spChg chg="mod">
          <ac:chgData name="Aima Ayaz" userId="840138075ea8c5b1" providerId="LiveId" clId="{21DD8A32-6C37-44A3-9A20-EBBADCABD990}" dt="2026-05-01T21:08:02.175" v="81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ima Ayaz" userId="840138075ea8c5b1" providerId="LiveId" clId="{21DD8A32-6C37-44A3-9A20-EBBADCABD990}" dt="2026-05-01T21:11:12.953" v="102" actId="2763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ima Ayaz" userId="840138075ea8c5b1" providerId="LiveId" clId="{21DD8A32-6C37-44A3-9A20-EBBADCABD990}" dt="2026-05-01T21:08:02.175" v="81" actId="26606"/>
          <ac:spMkLst>
            <pc:docMk/>
            <pc:sldMk cId="0" sldId="258"/>
            <ac:spMk id="21" creationId="{27B7C6F6-4579-4D42-9857-ED1B2EE07B99}"/>
          </ac:spMkLst>
        </pc:spChg>
        <pc:spChg chg="add">
          <ac:chgData name="Aima Ayaz" userId="840138075ea8c5b1" providerId="LiveId" clId="{21DD8A32-6C37-44A3-9A20-EBBADCABD990}" dt="2026-05-01T21:08:02.175" v="81" actId="26606"/>
          <ac:spMkLst>
            <pc:docMk/>
            <pc:sldMk cId="0" sldId="258"/>
            <ac:spMk id="23" creationId="{7E6D8249-E901-4E71-B15A-A7F5D7F7B0E1}"/>
          </ac:spMkLst>
        </pc:spChg>
        <pc:picChg chg="mod">
          <ac:chgData name="Aima Ayaz" userId="840138075ea8c5b1" providerId="LiveId" clId="{21DD8A32-6C37-44A3-9A20-EBBADCABD990}" dt="2026-05-01T21:08:47.803" v="85" actId="14100"/>
          <ac:picMkLst>
            <pc:docMk/>
            <pc:sldMk cId="0" sldId="258"/>
            <ac:picMk id="5" creationId="{0EED1D18-338D-F4EC-8442-1ECDD8820F76}"/>
          </ac:picMkLst>
        </pc:picChg>
        <pc:cxnChg chg="add">
          <ac:chgData name="Aima Ayaz" userId="840138075ea8c5b1" providerId="LiveId" clId="{21DD8A32-6C37-44A3-9A20-EBBADCABD990}" dt="2026-05-01T21:08:02.175" v="81" actId="26606"/>
          <ac:cxnSpMkLst>
            <pc:docMk/>
            <pc:sldMk cId="0" sldId="258"/>
            <ac:cxnSpMk id="19" creationId="{15F1CC53-719A-4763-BF30-5E25A63CEF3C}"/>
          </ac:cxnSpMkLst>
        </pc:cxnChg>
      </pc:sldChg>
      <pc:sldChg chg="modSp mod">
        <pc:chgData name="Aima Ayaz" userId="840138075ea8c5b1" providerId="LiveId" clId="{21DD8A32-6C37-44A3-9A20-EBBADCABD990}" dt="2026-05-01T21:16:31.348" v="125" actId="20577"/>
        <pc:sldMkLst>
          <pc:docMk/>
          <pc:sldMk cId="0" sldId="259"/>
        </pc:sldMkLst>
        <pc:spChg chg="mod">
          <ac:chgData name="Aima Ayaz" userId="840138075ea8c5b1" providerId="LiveId" clId="{21DD8A32-6C37-44A3-9A20-EBBADCABD990}" dt="2026-05-01T21:15:01.731" v="11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ima Ayaz" userId="840138075ea8c5b1" providerId="LiveId" clId="{21DD8A32-6C37-44A3-9A20-EBBADCABD990}" dt="2026-05-01T21:16:31.348" v="125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 setClrOvrMap">
        <pc:chgData name="Aima Ayaz" userId="840138075ea8c5b1" providerId="LiveId" clId="{21DD8A32-6C37-44A3-9A20-EBBADCABD990}" dt="2026-05-01T21:25:56.241" v="183" actId="13782"/>
        <pc:sldMkLst>
          <pc:docMk/>
          <pc:sldMk cId="0" sldId="260"/>
        </pc:sldMkLst>
        <pc:spChg chg="mod">
          <ac:chgData name="Aima Ayaz" userId="840138075ea8c5b1" providerId="LiveId" clId="{21DD8A32-6C37-44A3-9A20-EBBADCABD990}" dt="2026-05-01T21:22:53.520" v="175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ima Ayaz" userId="840138075ea8c5b1" providerId="LiveId" clId="{21DD8A32-6C37-44A3-9A20-EBBADCABD990}" dt="2026-05-01T21:22:53.520" v="175" actId="26606"/>
          <ac:spMkLst>
            <pc:docMk/>
            <pc:sldMk cId="0" sldId="260"/>
            <ac:spMk id="38" creationId="{CBDDD243-ED5F-4896-B18B-ABCF4B7E12C9}"/>
          </ac:spMkLst>
        </pc:spChg>
        <pc:spChg chg="add">
          <ac:chgData name="Aima Ayaz" userId="840138075ea8c5b1" providerId="LiveId" clId="{21DD8A32-6C37-44A3-9A20-EBBADCABD990}" dt="2026-05-01T21:22:53.520" v="175" actId="26606"/>
          <ac:spMkLst>
            <pc:docMk/>
            <pc:sldMk cId="0" sldId="260"/>
            <ac:spMk id="40" creationId="{319E6BB3-DF2B-4751-97C5-B3DB949AED9A}"/>
          </ac:spMkLst>
        </pc:spChg>
        <pc:graphicFrameChg chg="add mod">
          <ac:chgData name="Aima Ayaz" userId="840138075ea8c5b1" providerId="LiveId" clId="{21DD8A32-6C37-44A3-9A20-EBBADCABD990}" dt="2026-05-01T21:25:56.241" v="183" actId="13782"/>
          <ac:graphicFrameMkLst>
            <pc:docMk/>
            <pc:sldMk cId="0" sldId="260"/>
            <ac:graphicFrameMk id="46" creationId="{81B6F5FB-81A3-E30C-C9C0-2B864974F367}"/>
          </ac:graphicFrameMkLst>
        </pc:graphicFrameChg>
        <pc:picChg chg="mod ord">
          <ac:chgData name="Aima Ayaz" userId="840138075ea8c5b1" providerId="LiveId" clId="{21DD8A32-6C37-44A3-9A20-EBBADCABD990}" dt="2026-05-01T21:22:53.520" v="175" actId="26606"/>
          <ac:picMkLst>
            <pc:docMk/>
            <pc:sldMk cId="0" sldId="260"/>
            <ac:picMk id="7" creationId="{E094C99E-4AB8-7B5C-B613-7DC1C61CCF93}"/>
          </ac:picMkLst>
        </pc:picChg>
        <pc:cxnChg chg="add">
          <ac:chgData name="Aima Ayaz" userId="840138075ea8c5b1" providerId="LiveId" clId="{21DD8A32-6C37-44A3-9A20-EBBADCABD990}" dt="2026-05-01T21:22:53.520" v="175" actId="26606"/>
          <ac:cxnSpMkLst>
            <pc:docMk/>
            <pc:sldMk cId="0" sldId="260"/>
            <ac:cxnSpMk id="36" creationId="{9200C8B5-FB5A-4F8B-A9BD-693C051418A3}"/>
          </ac:cxnSpMkLst>
        </pc:cxnChg>
        <pc:cxnChg chg="add">
          <ac:chgData name="Aima Ayaz" userId="840138075ea8c5b1" providerId="LiveId" clId="{21DD8A32-6C37-44A3-9A20-EBBADCABD990}" dt="2026-05-01T21:22:53.520" v="175" actId="26606"/>
          <ac:cxnSpMkLst>
            <pc:docMk/>
            <pc:sldMk cId="0" sldId="260"/>
            <ac:cxnSpMk id="42" creationId="{A61721DD-D110-44EE-82A7-D56AB687E614}"/>
          </ac:cxnSpMkLst>
        </pc:cxnChg>
      </pc:sldChg>
      <pc:sldChg chg="addSp delSp modSp mod setClrOvrMap">
        <pc:chgData name="Aima Ayaz" userId="840138075ea8c5b1" providerId="LiveId" clId="{21DD8A32-6C37-44A3-9A20-EBBADCABD990}" dt="2026-05-03T02:53:23.369" v="252" actId="20577"/>
        <pc:sldMkLst>
          <pc:docMk/>
          <pc:sldMk cId="0" sldId="261"/>
        </pc:sldMkLst>
        <pc:spChg chg="mod">
          <ac:chgData name="Aima Ayaz" userId="840138075ea8c5b1" providerId="LiveId" clId="{21DD8A32-6C37-44A3-9A20-EBBADCABD990}" dt="2026-05-01T21:29:15.674" v="212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ima Ayaz" userId="840138075ea8c5b1" providerId="LiveId" clId="{21DD8A32-6C37-44A3-9A20-EBBADCABD990}" dt="2026-05-03T02:53:23.369" v="252" actId="20577"/>
          <ac:spMkLst>
            <pc:docMk/>
            <pc:sldMk cId="0" sldId="261"/>
            <ac:spMk id="3" creationId="{00000000-0000-0000-0000-000000000000}"/>
          </ac:spMkLst>
        </pc:spChg>
        <pc:spChg chg="add">
          <ac:chgData name="Aima Ayaz" userId="840138075ea8c5b1" providerId="LiveId" clId="{21DD8A32-6C37-44A3-9A20-EBBADCABD990}" dt="2026-05-01T21:29:15.674" v="212" actId="26606"/>
          <ac:spMkLst>
            <pc:docMk/>
            <pc:sldMk cId="0" sldId="261"/>
            <ac:spMk id="19" creationId="{6109556B-EAE9-4435-B409-0519F2CBDB14}"/>
          </ac:spMkLst>
        </pc:spChg>
        <pc:picChg chg="mod ord">
          <ac:chgData name="Aima Ayaz" userId="840138075ea8c5b1" providerId="LiveId" clId="{21DD8A32-6C37-44A3-9A20-EBBADCABD990}" dt="2026-05-01T21:29:40.592" v="218" actId="1076"/>
          <ac:picMkLst>
            <pc:docMk/>
            <pc:sldMk cId="0" sldId="261"/>
            <ac:picMk id="5" creationId="{654517C2-BD30-6387-54E7-F3614092638D}"/>
          </ac:picMkLst>
        </pc:picChg>
        <pc:cxnChg chg="add">
          <ac:chgData name="Aima Ayaz" userId="840138075ea8c5b1" providerId="LiveId" clId="{21DD8A32-6C37-44A3-9A20-EBBADCABD990}" dt="2026-05-01T21:29:15.674" v="212" actId="26606"/>
          <ac:cxnSpMkLst>
            <pc:docMk/>
            <pc:sldMk cId="0" sldId="261"/>
            <ac:cxnSpMk id="17" creationId="{15F1CC53-719A-4763-BF30-5E25A63CEF3C}"/>
          </ac:cxnSpMkLst>
        </pc:cxnChg>
        <pc:cxnChg chg="add">
          <ac:chgData name="Aima Ayaz" userId="840138075ea8c5b1" providerId="LiveId" clId="{21DD8A32-6C37-44A3-9A20-EBBADCABD990}" dt="2026-05-01T21:29:15.674" v="212" actId="26606"/>
          <ac:cxnSpMkLst>
            <pc:docMk/>
            <pc:sldMk cId="0" sldId="261"/>
            <ac:cxnSpMk id="21" creationId="{5814CCBE-423E-41B2-A9F3-82679F490EF4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FD6CF-F9F1-4389-9982-48E489FDC877}" type="doc">
      <dgm:prSet loTypeId="urn:microsoft.com/office/officeart/2005/8/layout/vProcess5" loCatId="process" qsTypeId="urn:microsoft.com/office/officeart/2005/8/quickstyle/3d2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7D6DBD5-C33F-4820-80A9-3574AC835166}">
      <dgm:prSet/>
      <dgm:spPr/>
      <dgm:t>
        <a:bodyPr/>
        <a:lstStyle/>
        <a:p>
          <a:r>
            <a:rPr lang="en-US" b="1"/>
            <a:t>• Applying ML for diagnostics, fraud detection, predictive analytics, and automation. </a:t>
          </a:r>
          <a:endParaRPr lang="en-US"/>
        </a:p>
      </dgm:t>
    </dgm:pt>
    <dgm:pt modelId="{06D0C550-B1C6-4C6A-8ED9-4394F813B116}" type="parTrans" cxnId="{24377498-088D-4367-8A08-89D1EE2F44CB}">
      <dgm:prSet/>
      <dgm:spPr/>
      <dgm:t>
        <a:bodyPr/>
        <a:lstStyle/>
        <a:p>
          <a:endParaRPr lang="en-US"/>
        </a:p>
      </dgm:t>
    </dgm:pt>
    <dgm:pt modelId="{DC0652BD-F60B-4053-B463-A19893186D02}" type="sibTrans" cxnId="{24377498-088D-4367-8A08-89D1EE2F44CB}">
      <dgm:prSet/>
      <dgm:spPr/>
      <dgm:t>
        <a:bodyPr/>
        <a:lstStyle/>
        <a:p>
          <a:endParaRPr lang="en-US"/>
        </a:p>
      </dgm:t>
    </dgm:pt>
    <dgm:pt modelId="{C48EF49B-1740-42A5-BDD0-92CE820B1555}">
      <dgm:prSet/>
      <dgm:spPr/>
      <dgm:t>
        <a:bodyPr/>
        <a:lstStyle/>
        <a:p>
          <a:r>
            <a:rPr lang="en-US" b="1"/>
            <a:t>• Designing ethical AI frameworks for fairness, transparency, and safety.</a:t>
          </a:r>
          <a:endParaRPr lang="en-US"/>
        </a:p>
      </dgm:t>
    </dgm:pt>
    <dgm:pt modelId="{E1DECAD6-8EC2-46CC-9E6B-8A2462A97040}" type="parTrans" cxnId="{38B9C62A-D1C5-4211-8465-A12919DE0880}">
      <dgm:prSet/>
      <dgm:spPr/>
      <dgm:t>
        <a:bodyPr/>
        <a:lstStyle/>
        <a:p>
          <a:endParaRPr lang="en-US"/>
        </a:p>
      </dgm:t>
    </dgm:pt>
    <dgm:pt modelId="{2475BE52-72E1-4569-8969-CEE265463B96}" type="sibTrans" cxnId="{38B9C62A-D1C5-4211-8465-A12919DE0880}">
      <dgm:prSet/>
      <dgm:spPr/>
      <dgm:t>
        <a:bodyPr/>
        <a:lstStyle/>
        <a:p>
          <a:endParaRPr lang="en-US"/>
        </a:p>
      </dgm:t>
    </dgm:pt>
    <dgm:pt modelId="{CD3B77F1-CF83-440F-AE55-F00C6CE06D42}">
      <dgm:prSet/>
      <dgm:spPr/>
      <dgm:t>
        <a:bodyPr/>
        <a:lstStyle/>
        <a:p>
          <a:r>
            <a:rPr lang="en-US" b="1"/>
            <a:t>• Using AI to solve problems in healthcare, finance, manufacturing, public sector, and smart cities. </a:t>
          </a:r>
          <a:endParaRPr lang="en-US"/>
        </a:p>
      </dgm:t>
    </dgm:pt>
    <dgm:pt modelId="{5356EB83-B40E-4061-87B8-226069812D4C}" type="parTrans" cxnId="{ADCE7CBA-B939-4649-ABC5-259D6B148F43}">
      <dgm:prSet/>
      <dgm:spPr/>
      <dgm:t>
        <a:bodyPr/>
        <a:lstStyle/>
        <a:p>
          <a:endParaRPr lang="en-US"/>
        </a:p>
      </dgm:t>
    </dgm:pt>
    <dgm:pt modelId="{1947ECB4-921E-45CC-B557-3DEEA88E6178}" type="sibTrans" cxnId="{ADCE7CBA-B939-4649-ABC5-259D6B148F43}">
      <dgm:prSet/>
      <dgm:spPr/>
      <dgm:t>
        <a:bodyPr/>
        <a:lstStyle/>
        <a:p>
          <a:endParaRPr lang="en-US"/>
        </a:p>
      </dgm:t>
    </dgm:pt>
    <dgm:pt modelId="{7F90C36F-B073-433F-9D62-AE63FE288E8D}">
      <dgm:prSet/>
      <dgm:spPr/>
      <dgm:t>
        <a:bodyPr/>
        <a:lstStyle/>
        <a:p>
          <a:r>
            <a:rPr lang="en-US" b="1"/>
            <a:t>• Building data‑driven solutions with Python, ML models, and research‑based analysis.</a:t>
          </a:r>
          <a:endParaRPr lang="en-US"/>
        </a:p>
      </dgm:t>
    </dgm:pt>
    <dgm:pt modelId="{BC57B558-EE7A-4426-B83B-4840C860F166}" type="parTrans" cxnId="{967C93B1-7891-4BA2-8AD7-43F0AABE2190}">
      <dgm:prSet/>
      <dgm:spPr/>
      <dgm:t>
        <a:bodyPr/>
        <a:lstStyle/>
        <a:p>
          <a:endParaRPr lang="en-US"/>
        </a:p>
      </dgm:t>
    </dgm:pt>
    <dgm:pt modelId="{19074473-84E9-46AC-9F4C-FA82E8D708D7}" type="sibTrans" cxnId="{967C93B1-7891-4BA2-8AD7-43F0AABE2190}">
      <dgm:prSet/>
      <dgm:spPr/>
      <dgm:t>
        <a:bodyPr/>
        <a:lstStyle/>
        <a:p>
          <a:endParaRPr lang="en-US"/>
        </a:p>
      </dgm:t>
    </dgm:pt>
    <dgm:pt modelId="{C9CB8A41-5F37-4024-9C02-53A5FCED7971}" type="pres">
      <dgm:prSet presAssocID="{699FD6CF-F9F1-4389-9982-48E489FDC877}" presName="outerComposite" presStyleCnt="0">
        <dgm:presLayoutVars>
          <dgm:chMax val="5"/>
          <dgm:dir/>
          <dgm:resizeHandles val="exact"/>
        </dgm:presLayoutVars>
      </dgm:prSet>
      <dgm:spPr/>
    </dgm:pt>
    <dgm:pt modelId="{924DA849-4578-440F-A149-33D31A1FCD34}" type="pres">
      <dgm:prSet presAssocID="{699FD6CF-F9F1-4389-9982-48E489FDC877}" presName="dummyMaxCanvas" presStyleCnt="0">
        <dgm:presLayoutVars/>
      </dgm:prSet>
      <dgm:spPr/>
    </dgm:pt>
    <dgm:pt modelId="{DBBB0D57-9F2A-4DD7-BAD6-F0BB97659F8E}" type="pres">
      <dgm:prSet presAssocID="{699FD6CF-F9F1-4389-9982-48E489FDC877}" presName="FourNodes_1" presStyleLbl="node1" presStyleIdx="0" presStyleCnt="4">
        <dgm:presLayoutVars>
          <dgm:bulletEnabled val="1"/>
        </dgm:presLayoutVars>
      </dgm:prSet>
      <dgm:spPr/>
    </dgm:pt>
    <dgm:pt modelId="{659732CD-55C7-451D-B375-1A1BB588705E}" type="pres">
      <dgm:prSet presAssocID="{699FD6CF-F9F1-4389-9982-48E489FDC877}" presName="FourNodes_2" presStyleLbl="node1" presStyleIdx="1" presStyleCnt="4">
        <dgm:presLayoutVars>
          <dgm:bulletEnabled val="1"/>
        </dgm:presLayoutVars>
      </dgm:prSet>
      <dgm:spPr/>
    </dgm:pt>
    <dgm:pt modelId="{76B06171-6713-4237-8358-A1942C1DB3AA}" type="pres">
      <dgm:prSet presAssocID="{699FD6CF-F9F1-4389-9982-48E489FDC877}" presName="FourNodes_3" presStyleLbl="node1" presStyleIdx="2" presStyleCnt="4">
        <dgm:presLayoutVars>
          <dgm:bulletEnabled val="1"/>
        </dgm:presLayoutVars>
      </dgm:prSet>
      <dgm:spPr/>
    </dgm:pt>
    <dgm:pt modelId="{34FCF563-4467-42F4-A3E7-2B8BAED8131C}" type="pres">
      <dgm:prSet presAssocID="{699FD6CF-F9F1-4389-9982-48E489FDC877}" presName="FourNodes_4" presStyleLbl="node1" presStyleIdx="3" presStyleCnt="4">
        <dgm:presLayoutVars>
          <dgm:bulletEnabled val="1"/>
        </dgm:presLayoutVars>
      </dgm:prSet>
      <dgm:spPr/>
    </dgm:pt>
    <dgm:pt modelId="{A81C80E3-0B20-4921-8525-3593F256DA8D}" type="pres">
      <dgm:prSet presAssocID="{699FD6CF-F9F1-4389-9982-48E489FDC877}" presName="FourConn_1-2" presStyleLbl="fgAccFollowNode1" presStyleIdx="0" presStyleCnt="3">
        <dgm:presLayoutVars>
          <dgm:bulletEnabled val="1"/>
        </dgm:presLayoutVars>
      </dgm:prSet>
      <dgm:spPr/>
    </dgm:pt>
    <dgm:pt modelId="{949F21FE-3610-4CAE-842E-448ED2CDE1A2}" type="pres">
      <dgm:prSet presAssocID="{699FD6CF-F9F1-4389-9982-48E489FDC877}" presName="FourConn_2-3" presStyleLbl="fgAccFollowNode1" presStyleIdx="1" presStyleCnt="3">
        <dgm:presLayoutVars>
          <dgm:bulletEnabled val="1"/>
        </dgm:presLayoutVars>
      </dgm:prSet>
      <dgm:spPr/>
    </dgm:pt>
    <dgm:pt modelId="{697C3F00-25E5-49BA-98E2-9A5B156FF4B8}" type="pres">
      <dgm:prSet presAssocID="{699FD6CF-F9F1-4389-9982-48E489FDC877}" presName="FourConn_3-4" presStyleLbl="fgAccFollowNode1" presStyleIdx="2" presStyleCnt="3">
        <dgm:presLayoutVars>
          <dgm:bulletEnabled val="1"/>
        </dgm:presLayoutVars>
      </dgm:prSet>
      <dgm:spPr/>
    </dgm:pt>
    <dgm:pt modelId="{8E44F929-6F73-4C97-B0FC-D324DCE56BC7}" type="pres">
      <dgm:prSet presAssocID="{699FD6CF-F9F1-4389-9982-48E489FDC877}" presName="FourNodes_1_text" presStyleLbl="node1" presStyleIdx="3" presStyleCnt="4">
        <dgm:presLayoutVars>
          <dgm:bulletEnabled val="1"/>
        </dgm:presLayoutVars>
      </dgm:prSet>
      <dgm:spPr/>
    </dgm:pt>
    <dgm:pt modelId="{0C635F7E-D769-415D-80C4-C21DC5C1CB4D}" type="pres">
      <dgm:prSet presAssocID="{699FD6CF-F9F1-4389-9982-48E489FDC877}" presName="FourNodes_2_text" presStyleLbl="node1" presStyleIdx="3" presStyleCnt="4">
        <dgm:presLayoutVars>
          <dgm:bulletEnabled val="1"/>
        </dgm:presLayoutVars>
      </dgm:prSet>
      <dgm:spPr/>
    </dgm:pt>
    <dgm:pt modelId="{EA6E0B80-12EC-4545-A550-FA390CEB7809}" type="pres">
      <dgm:prSet presAssocID="{699FD6CF-F9F1-4389-9982-48E489FDC877}" presName="FourNodes_3_text" presStyleLbl="node1" presStyleIdx="3" presStyleCnt="4">
        <dgm:presLayoutVars>
          <dgm:bulletEnabled val="1"/>
        </dgm:presLayoutVars>
      </dgm:prSet>
      <dgm:spPr/>
    </dgm:pt>
    <dgm:pt modelId="{30CED1D3-FC71-4C8F-A12A-E0CEF7BF2E5E}" type="pres">
      <dgm:prSet presAssocID="{699FD6CF-F9F1-4389-9982-48E489FDC87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D7B7B0E-CF94-4330-AD84-EB5C282AE059}" type="presOf" srcId="{C48EF49B-1740-42A5-BDD0-92CE820B1555}" destId="{659732CD-55C7-451D-B375-1A1BB588705E}" srcOrd="0" destOrd="0" presId="urn:microsoft.com/office/officeart/2005/8/layout/vProcess5"/>
    <dgm:cxn modelId="{77F1C919-AC70-493C-A6FB-46A351ED6AB5}" type="presOf" srcId="{1947ECB4-921E-45CC-B557-3DEEA88E6178}" destId="{697C3F00-25E5-49BA-98E2-9A5B156FF4B8}" srcOrd="0" destOrd="0" presId="urn:microsoft.com/office/officeart/2005/8/layout/vProcess5"/>
    <dgm:cxn modelId="{38B9C62A-D1C5-4211-8465-A12919DE0880}" srcId="{699FD6CF-F9F1-4389-9982-48E489FDC877}" destId="{C48EF49B-1740-42A5-BDD0-92CE820B1555}" srcOrd="1" destOrd="0" parTransId="{E1DECAD6-8EC2-46CC-9E6B-8A2462A97040}" sibTransId="{2475BE52-72E1-4569-8969-CEE265463B96}"/>
    <dgm:cxn modelId="{C319EC63-9132-45CD-8058-23226CBDEFDB}" type="presOf" srcId="{C48EF49B-1740-42A5-BDD0-92CE820B1555}" destId="{0C635F7E-D769-415D-80C4-C21DC5C1CB4D}" srcOrd="1" destOrd="0" presId="urn:microsoft.com/office/officeart/2005/8/layout/vProcess5"/>
    <dgm:cxn modelId="{2F0DB046-5578-4159-8FF6-A5A763B20708}" type="presOf" srcId="{37D6DBD5-C33F-4820-80A9-3574AC835166}" destId="{8E44F929-6F73-4C97-B0FC-D324DCE56BC7}" srcOrd="1" destOrd="0" presId="urn:microsoft.com/office/officeart/2005/8/layout/vProcess5"/>
    <dgm:cxn modelId="{D5685E67-8256-412B-B1F6-6258ECC7C030}" type="presOf" srcId="{2475BE52-72E1-4569-8969-CEE265463B96}" destId="{949F21FE-3610-4CAE-842E-448ED2CDE1A2}" srcOrd="0" destOrd="0" presId="urn:microsoft.com/office/officeart/2005/8/layout/vProcess5"/>
    <dgm:cxn modelId="{35977F49-619B-4932-8678-1FAFF2A1D083}" type="presOf" srcId="{7F90C36F-B073-433F-9D62-AE63FE288E8D}" destId="{34FCF563-4467-42F4-A3E7-2B8BAED8131C}" srcOrd="0" destOrd="0" presId="urn:microsoft.com/office/officeart/2005/8/layout/vProcess5"/>
    <dgm:cxn modelId="{55330A56-026D-4B01-B7A3-357E0F57D94E}" type="presOf" srcId="{CD3B77F1-CF83-440F-AE55-F00C6CE06D42}" destId="{EA6E0B80-12EC-4545-A550-FA390CEB7809}" srcOrd="1" destOrd="0" presId="urn:microsoft.com/office/officeart/2005/8/layout/vProcess5"/>
    <dgm:cxn modelId="{4D4A678F-0358-4A97-9371-33FFDDA5BAA1}" type="presOf" srcId="{699FD6CF-F9F1-4389-9982-48E489FDC877}" destId="{C9CB8A41-5F37-4024-9C02-53A5FCED7971}" srcOrd="0" destOrd="0" presId="urn:microsoft.com/office/officeart/2005/8/layout/vProcess5"/>
    <dgm:cxn modelId="{24377498-088D-4367-8A08-89D1EE2F44CB}" srcId="{699FD6CF-F9F1-4389-9982-48E489FDC877}" destId="{37D6DBD5-C33F-4820-80A9-3574AC835166}" srcOrd="0" destOrd="0" parTransId="{06D0C550-B1C6-4C6A-8ED9-4394F813B116}" sibTransId="{DC0652BD-F60B-4053-B463-A19893186D02}"/>
    <dgm:cxn modelId="{15D6579A-86B0-45B7-AD59-702854D97635}" type="presOf" srcId="{CD3B77F1-CF83-440F-AE55-F00C6CE06D42}" destId="{76B06171-6713-4237-8358-A1942C1DB3AA}" srcOrd="0" destOrd="0" presId="urn:microsoft.com/office/officeart/2005/8/layout/vProcess5"/>
    <dgm:cxn modelId="{1B84A49D-0EAB-495B-AA4A-770287B81B02}" type="presOf" srcId="{37D6DBD5-C33F-4820-80A9-3574AC835166}" destId="{DBBB0D57-9F2A-4DD7-BAD6-F0BB97659F8E}" srcOrd="0" destOrd="0" presId="urn:microsoft.com/office/officeart/2005/8/layout/vProcess5"/>
    <dgm:cxn modelId="{967C93B1-7891-4BA2-8AD7-43F0AABE2190}" srcId="{699FD6CF-F9F1-4389-9982-48E489FDC877}" destId="{7F90C36F-B073-433F-9D62-AE63FE288E8D}" srcOrd="3" destOrd="0" parTransId="{BC57B558-EE7A-4426-B83B-4840C860F166}" sibTransId="{19074473-84E9-46AC-9F4C-FA82E8D708D7}"/>
    <dgm:cxn modelId="{ADCE7CBA-B939-4649-ABC5-259D6B148F43}" srcId="{699FD6CF-F9F1-4389-9982-48E489FDC877}" destId="{CD3B77F1-CF83-440F-AE55-F00C6CE06D42}" srcOrd="2" destOrd="0" parTransId="{5356EB83-B40E-4061-87B8-226069812D4C}" sibTransId="{1947ECB4-921E-45CC-B557-3DEEA88E6178}"/>
    <dgm:cxn modelId="{7990D7E2-4FC0-4C64-A08B-FCC00002473F}" type="presOf" srcId="{7F90C36F-B073-433F-9D62-AE63FE288E8D}" destId="{30CED1D3-FC71-4C8F-A12A-E0CEF7BF2E5E}" srcOrd="1" destOrd="0" presId="urn:microsoft.com/office/officeart/2005/8/layout/vProcess5"/>
    <dgm:cxn modelId="{E8B4B9EA-0207-44E9-80BD-ABED812E8053}" type="presOf" srcId="{DC0652BD-F60B-4053-B463-A19893186D02}" destId="{A81C80E3-0B20-4921-8525-3593F256DA8D}" srcOrd="0" destOrd="0" presId="urn:microsoft.com/office/officeart/2005/8/layout/vProcess5"/>
    <dgm:cxn modelId="{6BC3AB6D-0A32-4280-94ED-FF25FED6CC11}" type="presParOf" srcId="{C9CB8A41-5F37-4024-9C02-53A5FCED7971}" destId="{924DA849-4578-440F-A149-33D31A1FCD34}" srcOrd="0" destOrd="0" presId="urn:microsoft.com/office/officeart/2005/8/layout/vProcess5"/>
    <dgm:cxn modelId="{A7DEA583-1DDF-4EE0-9C88-AFEDF3378560}" type="presParOf" srcId="{C9CB8A41-5F37-4024-9C02-53A5FCED7971}" destId="{DBBB0D57-9F2A-4DD7-BAD6-F0BB97659F8E}" srcOrd="1" destOrd="0" presId="urn:microsoft.com/office/officeart/2005/8/layout/vProcess5"/>
    <dgm:cxn modelId="{D5687BD4-5484-4778-9036-85A7C5F54713}" type="presParOf" srcId="{C9CB8A41-5F37-4024-9C02-53A5FCED7971}" destId="{659732CD-55C7-451D-B375-1A1BB588705E}" srcOrd="2" destOrd="0" presId="urn:microsoft.com/office/officeart/2005/8/layout/vProcess5"/>
    <dgm:cxn modelId="{FE4036D1-6632-4021-A9B9-60A795646513}" type="presParOf" srcId="{C9CB8A41-5F37-4024-9C02-53A5FCED7971}" destId="{76B06171-6713-4237-8358-A1942C1DB3AA}" srcOrd="3" destOrd="0" presId="urn:microsoft.com/office/officeart/2005/8/layout/vProcess5"/>
    <dgm:cxn modelId="{DADF5BB1-6685-48F8-AA07-D7865DC71940}" type="presParOf" srcId="{C9CB8A41-5F37-4024-9C02-53A5FCED7971}" destId="{34FCF563-4467-42F4-A3E7-2B8BAED8131C}" srcOrd="4" destOrd="0" presId="urn:microsoft.com/office/officeart/2005/8/layout/vProcess5"/>
    <dgm:cxn modelId="{EFEAD64D-DA34-4407-8B4F-2EC269CB1574}" type="presParOf" srcId="{C9CB8A41-5F37-4024-9C02-53A5FCED7971}" destId="{A81C80E3-0B20-4921-8525-3593F256DA8D}" srcOrd="5" destOrd="0" presId="urn:microsoft.com/office/officeart/2005/8/layout/vProcess5"/>
    <dgm:cxn modelId="{B7E006B6-B3CA-4CCC-BC68-415E9E9C8DC5}" type="presParOf" srcId="{C9CB8A41-5F37-4024-9C02-53A5FCED7971}" destId="{949F21FE-3610-4CAE-842E-448ED2CDE1A2}" srcOrd="6" destOrd="0" presId="urn:microsoft.com/office/officeart/2005/8/layout/vProcess5"/>
    <dgm:cxn modelId="{896AADF5-9187-49AD-9B36-CC3FBD2C2D78}" type="presParOf" srcId="{C9CB8A41-5F37-4024-9C02-53A5FCED7971}" destId="{697C3F00-25E5-49BA-98E2-9A5B156FF4B8}" srcOrd="7" destOrd="0" presId="urn:microsoft.com/office/officeart/2005/8/layout/vProcess5"/>
    <dgm:cxn modelId="{C5CD18E7-0C2A-425B-B7CF-08705688D090}" type="presParOf" srcId="{C9CB8A41-5F37-4024-9C02-53A5FCED7971}" destId="{8E44F929-6F73-4C97-B0FC-D324DCE56BC7}" srcOrd="8" destOrd="0" presId="urn:microsoft.com/office/officeart/2005/8/layout/vProcess5"/>
    <dgm:cxn modelId="{B5D01E44-2048-49F2-84CE-1A45441DDC95}" type="presParOf" srcId="{C9CB8A41-5F37-4024-9C02-53A5FCED7971}" destId="{0C635F7E-D769-415D-80C4-C21DC5C1CB4D}" srcOrd="9" destOrd="0" presId="urn:microsoft.com/office/officeart/2005/8/layout/vProcess5"/>
    <dgm:cxn modelId="{5F57A8ED-9837-4768-9E32-A019214060BF}" type="presParOf" srcId="{C9CB8A41-5F37-4024-9C02-53A5FCED7971}" destId="{EA6E0B80-12EC-4545-A550-FA390CEB7809}" srcOrd="10" destOrd="0" presId="urn:microsoft.com/office/officeart/2005/8/layout/vProcess5"/>
    <dgm:cxn modelId="{BE0450F5-9258-4971-8B43-21ADA2652F25}" type="presParOf" srcId="{C9CB8A41-5F37-4024-9C02-53A5FCED7971}" destId="{30CED1D3-FC71-4C8F-A12A-E0CEF7BF2E5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B0D57-9F2A-4DD7-BAD6-F0BB97659F8E}">
      <dsp:nvSpPr>
        <dsp:cNvPr id="0" name=""/>
        <dsp:cNvSpPr/>
      </dsp:nvSpPr>
      <dsp:spPr>
        <a:xfrm>
          <a:off x="0" y="0"/>
          <a:ext cx="4560132" cy="9521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• Applying ML for diagnostics, fraud detection, predictive analytics, and automation. </a:t>
          </a:r>
          <a:endParaRPr lang="en-US" sz="1800" kern="1200"/>
        </a:p>
      </dsp:txBody>
      <dsp:txXfrm>
        <a:off x="27889" y="27889"/>
        <a:ext cx="3452179" cy="896416"/>
      </dsp:txXfrm>
    </dsp:sp>
    <dsp:sp modelId="{659732CD-55C7-451D-B375-1A1BB588705E}">
      <dsp:nvSpPr>
        <dsp:cNvPr id="0" name=""/>
        <dsp:cNvSpPr/>
      </dsp:nvSpPr>
      <dsp:spPr>
        <a:xfrm>
          <a:off x="381911" y="1125321"/>
          <a:ext cx="4560132" cy="9521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• Designing ethical AI frameworks for fairness, transparency, and safety.</a:t>
          </a:r>
          <a:endParaRPr lang="en-US" sz="1800" kern="1200"/>
        </a:p>
      </dsp:txBody>
      <dsp:txXfrm>
        <a:off x="409800" y="1153210"/>
        <a:ext cx="3503517" cy="896416"/>
      </dsp:txXfrm>
    </dsp:sp>
    <dsp:sp modelId="{76B06171-6713-4237-8358-A1942C1DB3AA}">
      <dsp:nvSpPr>
        <dsp:cNvPr id="0" name=""/>
        <dsp:cNvSpPr/>
      </dsp:nvSpPr>
      <dsp:spPr>
        <a:xfrm>
          <a:off x="758122" y="2250642"/>
          <a:ext cx="4560132" cy="9521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• Using AI to solve problems in healthcare, finance, manufacturing, public sector, and smart cities. </a:t>
          </a:r>
          <a:endParaRPr lang="en-US" sz="1800" kern="1200"/>
        </a:p>
      </dsp:txBody>
      <dsp:txXfrm>
        <a:off x="786011" y="2278531"/>
        <a:ext cx="3509217" cy="896416"/>
      </dsp:txXfrm>
    </dsp:sp>
    <dsp:sp modelId="{34FCF563-4467-42F4-A3E7-2B8BAED8131C}">
      <dsp:nvSpPr>
        <dsp:cNvPr id="0" name=""/>
        <dsp:cNvSpPr/>
      </dsp:nvSpPr>
      <dsp:spPr>
        <a:xfrm>
          <a:off x="1140033" y="3375963"/>
          <a:ext cx="4560132" cy="9521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• Building data‑driven solutions with Python, ML models, and research‑based analysis.</a:t>
          </a:r>
          <a:endParaRPr lang="en-US" sz="1800" kern="1200"/>
        </a:p>
      </dsp:txBody>
      <dsp:txXfrm>
        <a:off x="1167922" y="3403852"/>
        <a:ext cx="3503517" cy="896416"/>
      </dsp:txXfrm>
    </dsp:sp>
    <dsp:sp modelId="{A81C80E3-0B20-4921-8525-3593F256DA8D}">
      <dsp:nvSpPr>
        <dsp:cNvPr id="0" name=""/>
        <dsp:cNvSpPr/>
      </dsp:nvSpPr>
      <dsp:spPr>
        <a:xfrm>
          <a:off x="3941206" y="729294"/>
          <a:ext cx="618926" cy="61892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080464" y="729294"/>
        <a:ext cx="340410" cy="465742"/>
      </dsp:txXfrm>
    </dsp:sp>
    <dsp:sp modelId="{949F21FE-3610-4CAE-842E-448ED2CDE1A2}">
      <dsp:nvSpPr>
        <dsp:cNvPr id="0" name=""/>
        <dsp:cNvSpPr/>
      </dsp:nvSpPr>
      <dsp:spPr>
        <a:xfrm>
          <a:off x="4323117" y="1854615"/>
          <a:ext cx="618926" cy="61892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462375" y="1854615"/>
        <a:ext cx="340410" cy="465742"/>
      </dsp:txXfrm>
    </dsp:sp>
    <dsp:sp modelId="{697C3F00-25E5-49BA-98E2-9A5B156FF4B8}">
      <dsp:nvSpPr>
        <dsp:cNvPr id="0" name=""/>
        <dsp:cNvSpPr/>
      </dsp:nvSpPr>
      <dsp:spPr>
        <a:xfrm>
          <a:off x="4699328" y="2979936"/>
          <a:ext cx="618926" cy="618926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838586" y="2979936"/>
        <a:ext cx="340410" cy="46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4630400" cy="54864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1"/>
            <a:ext cx="14630400" cy="54864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2160"/>
            </a:lvl4pPr>
            <a:lvl5pPr marL="2194560" indent="0" algn="ctr">
              <a:buNone/>
              <a:defRPr sz="2160"/>
            </a:lvl5pPr>
            <a:lvl6pPr marL="2743200" indent="0" algn="ctr">
              <a:buNone/>
              <a:defRPr sz="2160"/>
            </a:lvl6pPr>
            <a:lvl7pPr marL="3291840" indent="0" algn="ctr">
              <a:buNone/>
              <a:defRPr sz="2160"/>
            </a:lvl7pPr>
            <a:lvl8pPr marL="3840480" indent="0" algn="ctr">
              <a:buNone/>
              <a:defRPr sz="2160"/>
            </a:lvl8pPr>
            <a:lvl9pPr marL="4389120" indent="0" algn="ctr">
              <a:buNone/>
              <a:defRPr sz="2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92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4630400" cy="54864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1"/>
            <a:ext cx="14630400" cy="54864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b="0" spc="2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2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8952" y="2743200"/>
            <a:ext cx="5705856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7184" y="2743200"/>
            <a:ext cx="5705856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1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760" b="0" cap="none" baseline="0">
                <a:solidFill>
                  <a:schemeClr val="accent1"/>
                </a:solidFill>
                <a:latin typeface="+mn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8954" y="3561346"/>
            <a:ext cx="5705856" cy="4009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89066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76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marL="0" lvl="0" indent="0" algn="l" defTabSz="1097280" rtl="0" eaLnBrk="1" latinLnBrk="0" hangingPunct="1">
              <a:lnSpc>
                <a:spcPct val="90000"/>
              </a:lnSpc>
              <a:spcBef>
                <a:spcPts val="216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3561346"/>
            <a:ext cx="5705856" cy="4009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6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2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6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28954" y="565811"/>
            <a:ext cx="5266944" cy="208483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0" y="987552"/>
            <a:ext cx="6814109" cy="622157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8954" y="2709007"/>
            <a:ext cx="5266944" cy="451475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720"/>
              </a:spcBef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8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6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4626742" cy="54864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32720" y="5952166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53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0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914400"/>
            <a:ext cx="3154680" cy="649224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721" y="914400"/>
            <a:ext cx="9098280" cy="649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2070080" y="71116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91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743200"/>
            <a:ext cx="11664088" cy="48280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8955" y="7764845"/>
            <a:ext cx="2584972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519" y="7764845"/>
            <a:ext cx="7081751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04800" y="7764845"/>
            <a:ext cx="1168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14400" y="991589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56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80000"/>
        </a:lnSpc>
        <a:spcBef>
          <a:spcPct val="0"/>
        </a:spcBef>
        <a:buNone/>
        <a:defRPr sz="6000" kern="1200" cap="all" spc="12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318211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71323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1272845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145938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163494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ktrotechnik.vogel.de/tu-muenchen-gruendet-munich-school-of-robotics-and-machine-intelligence-a-717422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republic.com/article/news-ai-hierarchical-reasoning-model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micstutorials.com/ai-revolution-unveiled-top-breakthroughs-and-trends-shaping-march-2025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diskcleankit/build-your-own-ai-story-generator-with-rag-part-1-understanding-rag-223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publicdomainpictures.net/en/view-image.php?image=312989&amp;picture=artificial-intelligence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github.com/AimaAyaz/AI-Applications-Portfolio.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en/artificial-intelligence-robot-ai-ki-216783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54864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4630399" cy="54864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064211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86552-3221-E598-E931-95C9AE418D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57" r="1657"/>
          <a:stretch/>
        </p:blipFill>
        <p:spPr>
          <a:xfrm>
            <a:off x="20" y="-1"/>
            <a:ext cx="14626722" cy="82295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2160" y="772160"/>
            <a:ext cx="8597609" cy="6685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cap="all" spc="200" dirty="0">
                <a:latin typeface="+mj-lt"/>
                <a:ea typeface="+mj-ea"/>
                <a:cs typeface="+mj-cs"/>
              </a:rPr>
              <a:t>AI in Action: My Applied Projects &amp; Industry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1929" y="772160"/>
            <a:ext cx="3716311" cy="6685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3200" dirty="0"/>
              <a:t>Aima Ayaz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7526" y="2194560"/>
            <a:ext cx="0" cy="3840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5174851-7B44-A2BD-D630-C6B1340B61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2" r="222"/>
          <a:stretch/>
        </p:blipFill>
        <p:spPr>
          <a:xfrm>
            <a:off x="20" y="10"/>
            <a:ext cx="14630380" cy="82295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28953" y="702259"/>
            <a:ext cx="11664087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C3B7EE-8632-4756-A078-1B3B0DF3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228953" y="2743200"/>
            <a:ext cx="11664088" cy="261019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student with hands‑on experience in applied machine learning, ethical AI analysis, and real‑world case study research. Skilled in Python, ML workflows, data analysis, and AI applications across multiple industries.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7C6F6-4579-4D42-9857-ED1B2EE07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3056" y="5258816"/>
            <a:ext cx="6825624" cy="25847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7628" y="5530290"/>
            <a:ext cx="6291072" cy="2118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b="1" cap="all" spc="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Projects &amp; Learnings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ED1D18-338D-F4EC-8442-1ECDD8820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978" r="8979" b="2"/>
          <a:stretch>
            <a:fillRect/>
          </a:stretch>
        </p:blipFill>
        <p:spPr>
          <a:xfrm>
            <a:off x="393056" y="386079"/>
            <a:ext cx="6825624" cy="46796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6D8249-E901-4E71-B15A-A7F5D7F7B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1720" y="386078"/>
            <a:ext cx="6832602" cy="7457441"/>
          </a:xfrm>
          <a:prstGeom prst="rect">
            <a:avLst/>
          </a:prstGeom>
          <a:solidFill>
            <a:srgbClr val="414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93278" y="1169850"/>
            <a:ext cx="5669487" cy="5822834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8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b="1" dirty="0">
                <a:solidFill>
                  <a:srgbClr val="FFFFFF"/>
                </a:solidFill>
              </a:rPr>
              <a:t>AGI in Healthcare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</a:rPr>
              <a:t> • Explored how AGI could transform diagnostics, treatment planning, and global health systems.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</a:rPr>
              <a:t> • Learned to analyze high‑risk AI systems and ethical implications.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endParaRPr lang="en-US" sz="28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b="1" dirty="0">
                <a:solidFill>
                  <a:srgbClr val="FFFFFF"/>
                </a:solidFill>
              </a:rPr>
              <a:t>NASA Space Mission Classification (ML Project) 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</a:rPr>
              <a:t>• Built a classification pipeline using real mission data. </a:t>
            </a:r>
          </a:p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2800" dirty="0">
                <a:solidFill>
                  <a:srgbClr val="FFFFFF"/>
                </a:solidFill>
              </a:rPr>
              <a:t>• Practiced preprocessing, feature engineering, model training, and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32DC26D-8B9B-4CC1-B3CC-D3EA0FB16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9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6E33E-A122-BD72-560C-D3D22808CB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764" r="9588" b="1"/>
          <a:stretch>
            <a:fillRect/>
          </a:stretch>
        </p:blipFill>
        <p:spPr>
          <a:xfrm>
            <a:off x="20" y="-1"/>
            <a:ext cx="14626722" cy="82295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2160" y="772160"/>
            <a:ext cx="4421324" cy="6685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Key Projects &amp; Learnings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B7ADC3-53A0-44F2-914A-78CADAF3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79574" y="2194560"/>
            <a:ext cx="0" cy="38404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65645" y="772160"/>
            <a:ext cx="7888934" cy="6685279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800" dirty="0"/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</a:schemeClr>
                </a:solidFill>
              </a:rPr>
              <a:t>AI Abuse Case Study (Synthesia Video) </a:t>
            </a:r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• Investigated misuse of AI in an industry (e.g., deepfakes, surveillance, fraud). </a:t>
            </a:r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• Focused on societal risks, accountability, and prevention strategies.</a:t>
            </a:r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</a:schemeClr>
                </a:solidFill>
              </a:rPr>
              <a:t>AI in Manufacturing, Government, Finance, Retail, Smart Cities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• Studied predictive maintenance, public health AI, fraud detection, personalization, and urban intelligence. </a:t>
            </a:r>
          </a:p>
          <a:p>
            <a:pPr defTabSz="914400"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• Strengthened understanding of AI’s operational and ethical challenges.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00C8B5-FB5A-4F8B-A9BD-693C0514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397"/>
            <a:ext cx="14626742" cy="2742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28953" y="5894182"/>
            <a:ext cx="11664087" cy="1799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Real‑World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4C99E-4AB8-7B5C-B613-7DC1C61CC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7" r="2727"/>
          <a:stretch/>
        </p:blipFill>
        <p:spPr>
          <a:xfrm>
            <a:off x="7701280" y="1334104"/>
            <a:ext cx="5696508" cy="320427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6245312"/>
            <a:ext cx="0" cy="109728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extBox 2">
            <a:extLst>
              <a:ext uri="{FF2B5EF4-FFF2-40B4-BE49-F238E27FC236}">
                <a16:creationId xmlns:a16="http://schemas.microsoft.com/office/drawing/2014/main" id="{81B6F5FB-81A3-E30C-C9C0-2B864974F3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4979006"/>
              </p:ext>
            </p:extLst>
          </p:nvPr>
        </p:nvGraphicFramePr>
        <p:xfrm>
          <a:off x="1228954" y="772160"/>
          <a:ext cx="5700166" cy="4328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062720" cy="8229600"/>
          </a:xfrm>
          <a:prstGeom prst="rect">
            <a:avLst/>
          </a:prstGeom>
          <a:solidFill>
            <a:srgbClr val="645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28953" y="702259"/>
            <a:ext cx="7208433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14400" y="991588"/>
            <a:ext cx="0" cy="109728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228953" y="2743200"/>
            <a:ext cx="7208433" cy="48280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GitHub Portfolio: </a:t>
            </a:r>
            <a:r>
              <a:rPr lang="en-US" sz="3200" dirty="0">
                <a:solidFill>
                  <a:srgbClr val="FFFFFF"/>
                </a:solidFill>
                <a:hlinkClick r:id="rId2"/>
              </a:rPr>
              <a:t>https://github.com/AimaAyaz/AI-Applications-Portfolio.git </a:t>
            </a:r>
            <a:endParaRPr lang="en-US" sz="32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Email</a:t>
            </a:r>
            <a:r>
              <a:rPr lang="en-US" sz="3200">
                <a:solidFill>
                  <a:srgbClr val="FFFFFF"/>
                </a:solidFill>
              </a:rPr>
              <a:t>: w216981450@student.hccs.edu</a:t>
            </a:r>
            <a:endParaRPr lang="en-US" sz="32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defRPr sz="2400">
                <a:solidFill>
                  <a:srgbClr val="00FFFF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Skills: Machine Learning • Python • Data Analysis • AI Ethics • Case Study Research Additional Work: NASA ML Project • Synthesia AI Abuse Case Study • Multi‑industry AI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517C2-BD30-6387-54E7-F36140926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475" r="27196" b="-1"/>
          <a:stretch>
            <a:fillRect/>
          </a:stretch>
        </p:blipFill>
        <p:spPr>
          <a:xfrm>
            <a:off x="9062719" y="10"/>
            <a:ext cx="5567681" cy="822959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104</TotalTime>
  <Words>334</Words>
  <Application>Microsoft Office PowerPoint</Application>
  <PresentationFormat>Custom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aimaa</dc:creator>
  <cp:keywords/>
  <dc:description>generated using python-pptx</dc:description>
  <cp:lastModifiedBy>Aima Ayaz</cp:lastModifiedBy>
  <cp:revision>3</cp:revision>
  <dcterms:created xsi:type="dcterms:W3CDTF">2013-01-27T09:14:16Z</dcterms:created>
  <dcterms:modified xsi:type="dcterms:W3CDTF">2026-05-03T02:53:27Z</dcterms:modified>
  <cp:category/>
</cp:coreProperties>
</file>